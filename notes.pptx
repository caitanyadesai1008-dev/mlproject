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48B8-A423-4780-A963-35DC8853BD0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A8035F7-EC87-41F3-B0BD-AEB8C8DF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48B8-A423-4780-A963-35DC8853BD0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35F7-EC87-41F3-B0BD-AEB8C8DF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34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07348B8-A423-4780-A963-35DC8853BD0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A8035F7-EC87-41F3-B0BD-AEB8C8DF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75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48B8-A423-4780-A963-35DC8853BD0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35F7-EC87-41F3-B0BD-AEB8C8DF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040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48B8-A423-4780-A963-35DC8853BD0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35F7-EC87-41F3-B0BD-AEB8C8DF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63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48B8-A423-4780-A963-35DC8853BD0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35F7-EC87-41F3-B0BD-AEB8C8DF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70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48B8-A423-4780-A963-35DC8853BD0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35F7-EC87-41F3-B0BD-AEB8C8DF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74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48B8-A423-4780-A963-35DC8853BD0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35F7-EC87-41F3-B0BD-AEB8C8DF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03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48B8-A423-4780-A963-35DC8853BD01}" type="datetimeFigureOut">
              <a:rPr lang="en-US" smtClean="0"/>
              <a:t>3/18/2026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35F7-EC87-41F3-B0BD-AEB8C8DF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88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48B8-A423-4780-A963-35DC8853BD0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35F7-EC87-41F3-B0BD-AEB8C8DF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48B8-A423-4780-A963-35DC8853BD0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35F7-EC87-41F3-B0BD-AEB8C8DF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3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07348B8-A423-4780-A963-35DC8853BD0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A8035F7-EC87-41F3-B0BD-AEB8C8DF4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046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/wi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caitanyadesai1008@gmail.co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03101-74AE-EE38-85F2-B545967FB7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F56D1-32C7-9202-9BB3-5F68FDB1B0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5456A-88FC-16B4-FD01-8B2AC038F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65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577FB4-D26D-49E6-CD10-D843EB734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39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8479A2-DCD3-8B6C-FF95-23FB7D09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D171CE-31FA-D00B-AB3D-F6B4D9AFC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Anaconda prompt - E:\ML project</a:t>
            </a:r>
          </a:p>
          <a:p>
            <a:r>
              <a:rPr lang="en-US" dirty="0"/>
              <a:t>E:</a:t>
            </a:r>
          </a:p>
          <a:p>
            <a:r>
              <a:rPr lang="en-US" dirty="0"/>
              <a:t>cd "ML project“</a:t>
            </a:r>
          </a:p>
          <a:p>
            <a:endParaRPr lang="en-US" dirty="0"/>
          </a:p>
          <a:p>
            <a:r>
              <a:rPr lang="en-US" dirty="0"/>
              <a:t>Code .           – for opening vs code</a:t>
            </a:r>
          </a:p>
          <a:p>
            <a:endParaRPr lang="en-US" dirty="0"/>
          </a:p>
          <a:p>
            <a:r>
              <a:rPr lang="en-US" dirty="0"/>
              <a:t>Open a terminal. </a:t>
            </a:r>
          </a:p>
          <a:p>
            <a:r>
              <a:rPr lang="en-US" dirty="0"/>
              <a:t>Create a environment. </a:t>
            </a:r>
            <a:r>
              <a:rPr lang="en-US" dirty="0" err="1"/>
              <a:t>conda</a:t>
            </a:r>
            <a:r>
              <a:rPr lang="en-US" dirty="0"/>
              <a:t> create -p </a:t>
            </a:r>
            <a:r>
              <a:rPr lang="en-US" dirty="0" err="1"/>
              <a:t>venv</a:t>
            </a:r>
            <a:r>
              <a:rPr lang="en-US" dirty="0"/>
              <a:t> python=3.8 -y</a:t>
            </a:r>
          </a:p>
        </p:txBody>
      </p:sp>
    </p:spTree>
    <p:extLst>
      <p:ext uri="{BB962C8B-B14F-4D97-AF65-F5344CB8AC3E}">
        <p14:creationId xmlns:p14="http://schemas.microsoft.com/office/powerpoint/2010/main" val="705219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31E9F-784D-75D7-436B-A791440CB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1E08E-B008-4083-5AB7-28C5C8453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conda</a:t>
            </a:r>
            <a:r>
              <a:rPr lang="en-US" dirty="0"/>
              <a:t> activate </a:t>
            </a:r>
            <a:r>
              <a:rPr lang="en-US" dirty="0" err="1"/>
              <a:t>venv</a:t>
            </a:r>
            <a:endParaRPr lang="en-US" dirty="0"/>
          </a:p>
          <a:p>
            <a:r>
              <a:rPr lang="en-US" dirty="0" err="1"/>
              <a:t>conda</a:t>
            </a:r>
            <a:r>
              <a:rPr lang="en-US" dirty="0"/>
              <a:t> activate ./</a:t>
            </a:r>
            <a:r>
              <a:rPr lang="en-US" dirty="0" err="1"/>
              <a:t>venv</a:t>
            </a:r>
            <a:endParaRPr lang="en-US" dirty="0"/>
          </a:p>
          <a:p>
            <a:endParaRPr lang="en-US" dirty="0"/>
          </a:p>
          <a:p>
            <a:r>
              <a:rPr lang="en-US" dirty="0"/>
              <a:t>Install git first from website. 👉</a:t>
            </a:r>
            <a:r>
              <a:rPr lang="en-US" dirty="0">
                <a:hlinkClick r:id="rId2"/>
              </a:rPr>
              <a:t>https://git-scm.com/download/win</a:t>
            </a:r>
            <a:endParaRPr lang="en-US" dirty="0"/>
          </a:p>
          <a:p>
            <a:r>
              <a:rPr lang="en-US" dirty="0"/>
              <a:t>Git </a:t>
            </a:r>
            <a:r>
              <a:rPr lang="en-US" dirty="0" err="1"/>
              <a:t>init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Then create a file readme.md </a:t>
            </a:r>
          </a:p>
          <a:p>
            <a:r>
              <a:rPr lang="en-US" dirty="0"/>
              <a:t>And then in terminal – write – git add readme.md</a:t>
            </a:r>
          </a:p>
          <a:p>
            <a:r>
              <a:rPr lang="en-US" dirty="0"/>
              <a:t>git commit -m "first commit"</a:t>
            </a:r>
          </a:p>
        </p:txBody>
      </p:sp>
    </p:spTree>
    <p:extLst>
      <p:ext uri="{BB962C8B-B14F-4D97-AF65-F5344CB8AC3E}">
        <p14:creationId xmlns:p14="http://schemas.microsoft.com/office/powerpoint/2010/main" val="1305699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80C20-F357-066A-A7DB-5090840C7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F3F11-352F-82D8-A1E7-3C67E1358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git config --global user.name "Chaitanya"</a:t>
            </a:r>
          </a:p>
          <a:p>
            <a:r>
              <a:rPr lang="en-US" dirty="0"/>
              <a:t>(base) PS E:\ML project&gt; git config --global </a:t>
            </a:r>
            <a:r>
              <a:rPr lang="en-US" dirty="0" err="1"/>
              <a:t>user.email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caitanyadesai1008@gmail.com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git commit -m "First commit“</a:t>
            </a:r>
          </a:p>
          <a:p>
            <a:endParaRPr lang="en-US" dirty="0"/>
          </a:p>
          <a:p>
            <a:r>
              <a:rPr lang="en-US" dirty="0"/>
              <a:t>Git status</a:t>
            </a:r>
          </a:p>
          <a:p>
            <a:r>
              <a:rPr lang="en-US" dirty="0"/>
              <a:t>Git branch –M main </a:t>
            </a:r>
          </a:p>
          <a:p>
            <a:r>
              <a:rPr lang="en-US" dirty="0"/>
              <a:t>git remote add origin https://github.com/caitanyadesai1008-dev/mlproject.git</a:t>
            </a:r>
          </a:p>
          <a:p>
            <a:r>
              <a:rPr lang="en-US" dirty="0"/>
              <a:t>Git remote -v</a:t>
            </a:r>
          </a:p>
          <a:p>
            <a:r>
              <a:rPr lang="en-US" dirty="0"/>
              <a:t>git push -u origin main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105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09C31-2BC1-AEA0-37EA-A2219A1B4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FB889-6BF4-EB6F-C315-C00D5BD07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then reload your </a:t>
            </a:r>
            <a:r>
              <a:rPr lang="en-US" dirty="0" err="1"/>
              <a:t>github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 a new file. </a:t>
            </a:r>
            <a:r>
              <a:rPr lang="en-US" dirty="0" err="1"/>
              <a:t>Gitignore</a:t>
            </a:r>
            <a:endParaRPr lang="en-US" dirty="0"/>
          </a:p>
          <a:p>
            <a:endParaRPr lang="en-US" dirty="0"/>
          </a:p>
          <a:p>
            <a:r>
              <a:rPr lang="en-US" dirty="0"/>
              <a:t>Git pull in code. </a:t>
            </a:r>
          </a:p>
          <a:p>
            <a:endParaRPr lang="en-US" dirty="0"/>
          </a:p>
          <a:p>
            <a:r>
              <a:rPr lang="en-US" dirty="0"/>
              <a:t>Requirements.txt file create. </a:t>
            </a:r>
          </a:p>
          <a:p>
            <a:r>
              <a:rPr lang="en-US" dirty="0"/>
              <a:t>Pypi.org for packages. </a:t>
            </a:r>
          </a:p>
        </p:txBody>
      </p:sp>
    </p:spTree>
    <p:extLst>
      <p:ext uri="{BB962C8B-B14F-4D97-AF65-F5344CB8AC3E}">
        <p14:creationId xmlns:p14="http://schemas.microsoft.com/office/powerpoint/2010/main" val="1623150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6DAD2-1F09-A0D3-C39E-160857E0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1407D-F0AF-5086-6468-071C70A51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create one folder – in </a:t>
            </a:r>
            <a:r>
              <a:rPr lang="en-US" dirty="0" err="1"/>
              <a:t>src</a:t>
            </a:r>
            <a:r>
              <a:rPr lang="en-US" dirty="0"/>
              <a:t> – that </a:t>
            </a:r>
            <a:r>
              <a:rPr lang="en-US"/>
              <a:t>is components </a:t>
            </a:r>
          </a:p>
        </p:txBody>
      </p:sp>
    </p:spTree>
    <p:extLst>
      <p:ext uri="{BB962C8B-B14F-4D97-AF65-F5344CB8AC3E}">
        <p14:creationId xmlns:p14="http://schemas.microsoft.com/office/powerpoint/2010/main" val="18109334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159</TotalTime>
  <Words>203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Rockwell</vt:lpstr>
      <vt:lpstr>Rockwell Condensed</vt:lpstr>
      <vt:lpstr>Wingdings</vt:lpstr>
      <vt:lpstr>Wood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</dc:creator>
  <cp:lastModifiedBy>CHAITANYA</cp:lastModifiedBy>
  <cp:revision>2</cp:revision>
  <dcterms:created xsi:type="dcterms:W3CDTF">2026-03-17T14:42:42Z</dcterms:created>
  <dcterms:modified xsi:type="dcterms:W3CDTF">2026-03-18T15:32:54Z</dcterms:modified>
</cp:coreProperties>
</file>